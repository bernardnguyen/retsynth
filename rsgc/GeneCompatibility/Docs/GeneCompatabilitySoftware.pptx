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51"/>
    <p:restoredTop sz="94720"/>
  </p:normalViewPr>
  <p:slideViewPr>
    <p:cSldViewPr snapToGrid="0" snapToObjects="1">
      <p:cViewPr varScale="1">
        <p:scale>
          <a:sx n="102" d="100"/>
          <a:sy n="102" d="100"/>
        </p:scale>
        <p:origin x="2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08C7-9E53-0D45-8D87-51A3E56BE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63A95-2511-AE47-A99E-85F3E810E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FA4B6-C8B4-2643-8F78-885EF6F7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BA92C-8EE6-0044-AF72-D2421D148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2064A-9C1E-1A42-8A1D-0D9C87C2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D2F8-3F04-F647-8E7F-B191A9B7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FEC28-8B05-554E-B802-1FA3CF55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2BA06-A89D-2B4A-B1F4-A37B3543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D0B4F-DDF7-8245-9459-0A54282B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F82E7-3C49-4640-B6FF-622A6ACC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75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3188-6F35-EB4A-ACAA-93482318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C012E-23FD-644D-9021-26F34E6B1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7DB6-0732-7E48-8FC4-1F9262FD1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19AF-393E-C748-A9DD-8AAC7D7F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F2924-71A7-6445-B7E4-D192EBAC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9069-6F91-3640-970A-0F9E1803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C1ED-9041-1641-802E-D6D8167BB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44A44-D609-AB49-B33A-65422D37A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C909D-8CE1-8149-8C88-D7062F0D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34236-D67E-5C4A-9B1F-69F1E6CA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26E75-F8C8-D641-ABD0-90B03D1B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8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2701-1A6D-DE41-B175-F4AA0BDA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2094D-D5E6-C74A-BC55-BB24E6F12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8B1FA-CEAC-2B49-B0A0-49E646354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E1A2D-08AB-C14F-B5B9-2173303AB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78697B-0DD0-7444-B820-C9FFA1610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6A994-F642-F643-9483-663B000B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2EDBDB-159F-3B44-9E3F-57165980E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BC29B-7F48-994E-9A48-F078437D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6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CCD6-25F5-CD4E-8DD2-524818AE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AD5EE-D9E8-474B-B672-4DAA2516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D2AF0-FE1A-9346-BE10-69B4FB70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338F9-0882-5F40-82F5-EE8D2106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84F5D-6B07-144F-A1F1-A71EA31F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09038-0E66-0F47-B6A3-DD5FED6D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0E341-7C1A-D344-B21B-FA2E696E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9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F94A-329B-424B-8396-1503FAF9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3FBDE-9D9C-CB41-882E-5218E4EE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8D1F2-0C0F-A84A-BAF0-3FC995D8C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05F2F-3EFA-4E4C-BA2D-3516CD59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4C624-FF8D-7E4A-8C6D-95DB1B97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880B0-62A4-8041-BF08-24387391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30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067D-471A-2A4B-AB66-F34F9BD2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AE14B-1FA8-2248-927E-8BB9DF0E7E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94727-4D14-D643-871F-25F0AD665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0CA86-2537-8D4E-B364-597C851F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068F5-5E3A-8546-BCC5-BDE97F9A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E45EC-ABA8-4A44-84EB-326441DB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3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10BF-C9E9-4E4D-9180-ADBAFB45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18280-FBFD-4F40-9680-790087ABE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4EE4D-1EB7-1E44-BACD-45BABA714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DF56B-B6F3-E242-8DAE-3DD91B78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861FF-371C-E741-89DE-6B44C633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1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5D5A5-0397-8B42-9730-3FAFDC6B8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4209F-F12F-EC4C-9C00-8C1D15705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34185-C713-5B44-856C-E227F208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547E0-DA1E-704C-B442-2934C0B5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018E-30C7-A244-A31F-4B0BF800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6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543B7-3BB0-1549-BE22-2DCCE28E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19B75-FCDC-4149-9577-53F77C9BF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C3C2-E7B5-FB44-9E4B-292162079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D7B9F-FD7B-5C40-8BC4-9790CB2F8980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0FC35-8A9B-E84F-87B5-FEEDC2644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BC238-7CC1-8745-A3A4-70C04C846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7EDD1-48D9-0740-B3EE-679F31027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8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484B3B-6209-3C42-8820-1513E65A00C0}"/>
              </a:ext>
            </a:extLst>
          </p:cNvPr>
          <p:cNvSpPr txBox="1"/>
          <p:nvPr/>
        </p:nvSpPr>
        <p:spPr>
          <a:xfrm>
            <a:off x="1922743" y="74564"/>
            <a:ext cx="7966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Gene Compatibility Software (workflow)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A8479-1520-5B4E-AC26-A3A03B003D8E}"/>
              </a:ext>
            </a:extLst>
          </p:cNvPr>
          <p:cNvSpPr/>
          <p:nvPr/>
        </p:nvSpPr>
        <p:spPr>
          <a:xfrm>
            <a:off x="150310" y="1541770"/>
            <a:ext cx="2567837" cy="1578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List enzymes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Chassis organism 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DDF73-ECDB-B346-A9C6-FD669D76994E}"/>
              </a:ext>
            </a:extLst>
          </p:cNvPr>
          <p:cNvCxnSpPr>
            <a:cxnSpLocks/>
          </p:cNvCxnSpPr>
          <p:nvPr/>
        </p:nvCxnSpPr>
        <p:spPr>
          <a:xfrm>
            <a:off x="2805829" y="1955130"/>
            <a:ext cx="789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5C4DD32-BD62-FD43-B9C8-312CCA41E59A}"/>
              </a:ext>
            </a:extLst>
          </p:cNvPr>
          <p:cNvSpPr/>
          <p:nvPr/>
        </p:nvSpPr>
        <p:spPr>
          <a:xfrm>
            <a:off x="3701439" y="1333870"/>
            <a:ext cx="2674311" cy="112021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Extract Gene Sequences from native organisms from databases NCBI, KEGG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DADA22-152C-2341-8A41-29F531DE4E43}"/>
              </a:ext>
            </a:extLst>
          </p:cNvPr>
          <p:cNvCxnSpPr>
            <a:cxnSpLocks/>
          </p:cNvCxnSpPr>
          <p:nvPr/>
        </p:nvCxnSpPr>
        <p:spPr>
          <a:xfrm>
            <a:off x="2805829" y="2834038"/>
            <a:ext cx="78914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0278E-9A1B-BD43-B194-ED4E09646808}"/>
              </a:ext>
            </a:extLst>
          </p:cNvPr>
          <p:cNvSpPr/>
          <p:nvPr/>
        </p:nvSpPr>
        <p:spPr>
          <a:xfrm>
            <a:off x="3682653" y="2665768"/>
            <a:ext cx="2693097" cy="126555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Pull Codon bias information for organisms from </a:t>
            </a:r>
          </a:p>
          <a:p>
            <a:pPr algn="ctr"/>
            <a:r>
              <a:rPr lang="en-US" b="1" dirty="0"/>
              <a:t>HIVE-CUTS</a:t>
            </a:r>
          </a:p>
          <a:p>
            <a:pPr algn="ctr"/>
            <a:r>
              <a:rPr lang="en-US" sz="800" b="1" dirty="0"/>
              <a:t>https://</a:t>
            </a:r>
            <a:r>
              <a:rPr lang="en-US" sz="800" b="1" dirty="0" err="1"/>
              <a:t>hive.biochemistry.gwu.edu</a:t>
            </a:r>
            <a:r>
              <a:rPr lang="en-US" sz="800" b="1" dirty="0"/>
              <a:t>/cuts/about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662192-EC4D-CF43-BF3F-8D966D80ACCF}"/>
              </a:ext>
            </a:extLst>
          </p:cNvPr>
          <p:cNvCxnSpPr>
            <a:cxnSpLocks/>
          </p:cNvCxnSpPr>
          <p:nvPr/>
        </p:nvCxnSpPr>
        <p:spPr>
          <a:xfrm>
            <a:off x="4963438" y="3990624"/>
            <a:ext cx="0" cy="759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35EB2CE-594E-7440-B91A-C2FB781E5B88}"/>
              </a:ext>
            </a:extLst>
          </p:cNvPr>
          <p:cNvSpPr/>
          <p:nvPr/>
        </p:nvSpPr>
        <p:spPr>
          <a:xfrm>
            <a:off x="3682654" y="4805020"/>
            <a:ext cx="2693097" cy="20529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If organisms are not in HIVE-CUTs pull genome (NCBI, PATRIC/</a:t>
            </a:r>
            <a:r>
              <a:rPr lang="en-US" b="1" dirty="0" err="1"/>
              <a:t>ModelSEED</a:t>
            </a:r>
            <a:r>
              <a:rPr lang="en-US" b="1" dirty="0"/>
              <a:t>) get codon bias info using Bioconductor python package)</a:t>
            </a:r>
            <a:endParaRPr lang="en-US" sz="800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3B8C62-6DCC-8A48-A70D-259E5AADF257}"/>
              </a:ext>
            </a:extLst>
          </p:cNvPr>
          <p:cNvCxnSpPr>
            <a:cxnSpLocks/>
          </p:cNvCxnSpPr>
          <p:nvPr/>
        </p:nvCxnSpPr>
        <p:spPr>
          <a:xfrm flipV="1">
            <a:off x="5213958" y="3990624"/>
            <a:ext cx="0" cy="730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DC3BEC4-041A-0D41-9967-BDB13F4685D9}"/>
              </a:ext>
            </a:extLst>
          </p:cNvPr>
          <p:cNvCxnSpPr>
            <a:cxnSpLocks/>
          </p:cNvCxnSpPr>
          <p:nvPr/>
        </p:nvCxnSpPr>
        <p:spPr>
          <a:xfrm>
            <a:off x="6375750" y="2529238"/>
            <a:ext cx="576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B61F3AC-D7BA-9148-B22F-CF8876700D9F}"/>
              </a:ext>
            </a:extLst>
          </p:cNvPr>
          <p:cNvSpPr/>
          <p:nvPr/>
        </p:nvSpPr>
        <p:spPr>
          <a:xfrm>
            <a:off x="6951945" y="1955127"/>
            <a:ext cx="2442575" cy="128455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Calculate codon adaptation index (CAI) using Bioconductor python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D5849B-9F25-684B-989A-CD8A8C8CDCC1}"/>
              </a:ext>
            </a:extLst>
          </p:cNvPr>
          <p:cNvSpPr/>
          <p:nvPr/>
        </p:nvSpPr>
        <p:spPr>
          <a:xfrm>
            <a:off x="10070925" y="1876627"/>
            <a:ext cx="2029215" cy="36484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OUTPUT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Gene sequence with the best CAI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Modifications  to gene sequence to increase compatibility in chassis organism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BFD987-EC78-B548-B259-D475C417B7DE}"/>
              </a:ext>
            </a:extLst>
          </p:cNvPr>
          <p:cNvCxnSpPr>
            <a:cxnSpLocks/>
          </p:cNvCxnSpPr>
          <p:nvPr/>
        </p:nvCxnSpPr>
        <p:spPr>
          <a:xfrm>
            <a:off x="9407046" y="2529238"/>
            <a:ext cx="5761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1B1D278-63B4-F142-B0C2-DDE0F58F9BE8}"/>
              </a:ext>
            </a:extLst>
          </p:cNvPr>
          <p:cNvSpPr txBox="1"/>
          <p:nvPr/>
        </p:nvSpPr>
        <p:spPr>
          <a:xfrm>
            <a:off x="150310" y="780199"/>
            <a:ext cx="11511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This software discovers the ideal gene sequence to transform into a chassis organism for efficient expression based on codon bias  </a:t>
            </a:r>
          </a:p>
        </p:txBody>
      </p:sp>
    </p:spTree>
    <p:extLst>
      <p:ext uri="{BB962C8B-B14F-4D97-AF65-F5344CB8AC3E}">
        <p14:creationId xmlns:p14="http://schemas.microsoft.com/office/powerpoint/2010/main" val="426332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114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17</cp:revision>
  <dcterms:created xsi:type="dcterms:W3CDTF">2019-05-16T20:45:11Z</dcterms:created>
  <dcterms:modified xsi:type="dcterms:W3CDTF">2019-05-16T22:43:08Z</dcterms:modified>
</cp:coreProperties>
</file>